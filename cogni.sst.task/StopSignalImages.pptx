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595" autoAdjust="0"/>
  </p:normalViewPr>
  <p:slideViewPr>
    <p:cSldViewPr snapToGrid="0">
      <p:cViewPr varScale="1">
        <p:scale>
          <a:sx n="49" d="100"/>
          <a:sy n="49" d="100"/>
        </p:scale>
        <p:origin x="13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DAAD8-0EC7-4314-8E6C-925B0027C652}" type="datetimeFigureOut">
              <a:rPr lang="en-DK" smtClean="0"/>
              <a:t>10/19/2026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4B7A3-226D-44E8-84CB-03CFFB6589DC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7032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Right.png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97133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Left.png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3061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StopRight.png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50944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StopLeft.png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36329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Correct.png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00972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Wrong.png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34068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Instructions.png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5749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Clear.png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46161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FixationCross.png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15494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6973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81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1C714F-2CC0-963F-3AAD-D6DCE352C2C5}"/>
              </a:ext>
            </a:extLst>
          </p:cNvPr>
          <p:cNvSpPr/>
          <p:nvPr userDrawn="1"/>
        </p:nvSpPr>
        <p:spPr>
          <a:xfrm>
            <a:off x="11686032" y="0"/>
            <a:ext cx="505968" cy="4937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7079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315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1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8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A722210-63FD-96BA-3395-F8365DF1907F}"/>
              </a:ext>
            </a:extLst>
          </p:cNvPr>
          <p:cNvSpPr/>
          <p:nvPr/>
        </p:nvSpPr>
        <p:spPr>
          <a:xfrm>
            <a:off x="4564115" y="1941786"/>
            <a:ext cx="3063767" cy="297442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2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2DB62A2-3C3B-83E1-5222-1E4C9F5D5285}"/>
              </a:ext>
            </a:extLst>
          </p:cNvPr>
          <p:cNvSpPr/>
          <p:nvPr/>
        </p:nvSpPr>
        <p:spPr>
          <a:xfrm>
            <a:off x="4564115" y="1941786"/>
            <a:ext cx="3063767" cy="297442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6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D9F032-BA88-C233-03A9-217FFC9335E9}"/>
              </a:ext>
            </a:extLst>
          </p:cNvPr>
          <p:cNvSpPr txBox="1"/>
          <p:nvPr/>
        </p:nvSpPr>
        <p:spPr>
          <a:xfrm>
            <a:off x="2371903" y="2228671"/>
            <a:ext cx="744819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>
                <a:solidFill>
                  <a:srgbClr val="92D050"/>
                </a:solidFill>
              </a:rPr>
              <a:t>CORRECT</a:t>
            </a:r>
            <a:endParaRPr lang="en-DK" sz="150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367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D9F032-BA88-C233-03A9-217FFC9335E9}"/>
              </a:ext>
            </a:extLst>
          </p:cNvPr>
          <p:cNvSpPr txBox="1"/>
          <p:nvPr/>
        </p:nvSpPr>
        <p:spPr>
          <a:xfrm>
            <a:off x="2769384" y="2228671"/>
            <a:ext cx="665323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>
                <a:solidFill>
                  <a:srgbClr val="FF0000"/>
                </a:solidFill>
              </a:rPr>
              <a:t>WRONG</a:t>
            </a:r>
            <a:endParaRPr lang="en-DK" sz="1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75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88601-D0F5-FFE8-CB40-EB018A70D49F}"/>
              </a:ext>
            </a:extLst>
          </p:cNvPr>
          <p:cNvSpPr txBox="1"/>
          <p:nvPr/>
        </p:nvSpPr>
        <p:spPr>
          <a:xfrm>
            <a:off x="646761" y="286140"/>
            <a:ext cx="10898477" cy="6268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Instructions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In this task, you must respond as quickly and accurately as possible to a left or right-pointing arrow. You respond by pressing the keys of your pad with your left and right index fingers, respectively.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You have only up to half a second to respond, which is very short, so you must be ready for the task, which requires your full attention.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However, if you see a RED CIRCLE, you should NOT RESPOND!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It seems easy, but it is actually very difficult. Additionally, the computer will adjust the task speed based on your performance during the task; this means that sometimes, it will be difficult for you not to respond. </a:t>
            </a:r>
          </a:p>
        </p:txBody>
      </p:sp>
    </p:spTree>
    <p:extLst>
      <p:ext uri="{BB962C8B-B14F-4D97-AF65-F5344CB8AC3E}">
        <p14:creationId xmlns:p14="http://schemas.microsoft.com/office/powerpoint/2010/main" val="329778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947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dd with solid fill">
            <a:extLst>
              <a:ext uri="{FF2B5EF4-FFF2-40B4-BE49-F238E27FC236}">
                <a16:creationId xmlns:a16="http://schemas.microsoft.com/office/drawing/2014/main" id="{EDBC842C-FED2-8C8F-52B0-5BF84A750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1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5EB33BD3-3BCC-EB0A-5B3A-71FEF1371FE3}"/>
              </a:ext>
            </a:extLst>
          </p:cNvPr>
          <p:cNvSpPr txBox="1"/>
          <p:nvPr/>
        </p:nvSpPr>
        <p:spPr>
          <a:xfrm>
            <a:off x="4116868" y="2228671"/>
            <a:ext cx="395826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REST</a:t>
            </a:r>
            <a:endParaRPr lang="en-DK" sz="15000" dirty="0"/>
          </a:p>
        </p:txBody>
      </p:sp>
    </p:spTree>
    <p:extLst>
      <p:ext uri="{BB962C8B-B14F-4D97-AF65-F5344CB8AC3E}">
        <p14:creationId xmlns:p14="http://schemas.microsoft.com/office/powerpoint/2010/main" val="4712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66BA9A9F-5EC2-07D8-E6CD-F01B1ECABC24}"/>
              </a:ext>
            </a:extLst>
          </p:cNvPr>
          <p:cNvSpPr txBox="1"/>
          <p:nvPr/>
        </p:nvSpPr>
        <p:spPr>
          <a:xfrm>
            <a:off x="5516354" y="2228671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3</a:t>
            </a:r>
            <a:endParaRPr lang="en-DK" sz="15000" dirty="0"/>
          </a:p>
        </p:txBody>
      </p:sp>
    </p:spTree>
    <p:extLst>
      <p:ext uri="{BB962C8B-B14F-4D97-AF65-F5344CB8AC3E}">
        <p14:creationId xmlns:p14="http://schemas.microsoft.com/office/powerpoint/2010/main" val="243844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20A0D62F-0674-815F-0845-D2166BDF8587}"/>
              </a:ext>
            </a:extLst>
          </p:cNvPr>
          <p:cNvSpPr txBox="1"/>
          <p:nvPr/>
        </p:nvSpPr>
        <p:spPr>
          <a:xfrm>
            <a:off x="5516354" y="2228671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2</a:t>
            </a:r>
            <a:endParaRPr lang="en-DK" sz="15000" dirty="0"/>
          </a:p>
        </p:txBody>
      </p:sp>
    </p:spTree>
    <p:extLst>
      <p:ext uri="{BB962C8B-B14F-4D97-AF65-F5344CB8AC3E}">
        <p14:creationId xmlns:p14="http://schemas.microsoft.com/office/powerpoint/2010/main" val="1997779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CB40964C-D632-0F69-C94B-78917F3193EE}"/>
              </a:ext>
            </a:extLst>
          </p:cNvPr>
          <p:cNvSpPr txBox="1"/>
          <p:nvPr/>
        </p:nvSpPr>
        <p:spPr>
          <a:xfrm>
            <a:off x="5516354" y="2228671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1</a:t>
            </a:r>
            <a:endParaRPr lang="en-DK" sz="15000" dirty="0"/>
          </a:p>
        </p:txBody>
      </p:sp>
    </p:spTree>
    <p:extLst>
      <p:ext uri="{BB962C8B-B14F-4D97-AF65-F5344CB8AC3E}">
        <p14:creationId xmlns:p14="http://schemas.microsoft.com/office/powerpoint/2010/main" val="2144769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171</Words>
  <Application>Microsoft Office PowerPoint</Application>
  <PresentationFormat>Widescreen</PresentationFormat>
  <Paragraphs>30</Paragraphs>
  <Slides>13</Slides>
  <Notes>10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7" baseType="lpstr">
      <vt:lpstr>Aptos</vt:lpstr>
      <vt:lpstr>Arial</vt:lpstr>
      <vt:lpstr>Fira Code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Kristian Hennings</dc:creator>
  <cp:lastModifiedBy>Ditte Nedergaard</cp:lastModifiedBy>
  <cp:revision>43</cp:revision>
  <dcterms:created xsi:type="dcterms:W3CDTF">2023-12-12T08:37:02Z</dcterms:created>
  <dcterms:modified xsi:type="dcterms:W3CDTF">2026-10-19T11:10:05Z</dcterms:modified>
</cp:coreProperties>
</file>